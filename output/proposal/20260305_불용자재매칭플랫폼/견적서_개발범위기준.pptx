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개발 견적서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불용자재 AI 매칭 플랫폼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개발 비용: 2,000만원 (부가세 별도)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개발 기간: 8주 (2개월)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400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FFFFFF"/>
                </a:solidFill>
              </a:defRPr>
            </a:pPr>
            <a:r>
              <a:t>2026년 3월 5일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E40AF"/>
                </a:solidFill>
              </a:defRPr>
            </a:pPr>
            <a:r>
              <a:t>견적 요약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금액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인건비 (3.35 M/M)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1,900만원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인프라/라이선스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50만원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기타 비용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50만원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합계 (부가세 별도)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2,000만원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부가세 (10%)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200만원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총액 (부가세 포함)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/>
                      </a:pPr>
                      <a:r>
                        <a:t>2,200만원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유지보수 (월, 선택)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50만원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40AF"/>
                </a:solidFill>
              </a:defRPr>
            </a:pPr>
            <a:r>
              <a:t>개발 범위 (8개 대분류)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080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금액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회원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회원가입(OCR), 로그인/인증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300만원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자재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엑셀 업로드, 목록, 상세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640만원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매칭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매칭 엔진, 결과 화면, 알림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650만원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거래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요청/승인,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270만원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마이페이지 (통계)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150만원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UI/UX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기본 디자인 커스터마이징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175만원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PM/인프라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관리, 환경 구축, 배포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330만원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할인 후 합계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2,000만원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40AF"/>
                </a:solidFill>
              </a:defRPr>
            </a:pPr>
            <a:r>
              <a:t>화면 구성 (7개 화면)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1435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화면명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주요 기능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회원가입/로그인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OCR 인식, 이메일 로그인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자재 등록 (엑셀)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엑셀 업로드, 템플릿, 검증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자재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내 등록 자재, 필터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자재 상세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자재 정보, 거래 요청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AI 매칭 결과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추천 자재, 매칭 점수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거래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요청/승인, 이력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마이페이지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대시보드, 통계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40AF"/>
                </a:solidFill>
              </a:defRPr>
            </a:pPr>
            <a:r>
              <a:t>개발 일정 (8주)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08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주차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주요 작업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진척률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분석/설계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요구사항, DB 설계, 환경 구축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12%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회원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회원가입(OCR), 로그인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25%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자재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엑셀 업로드, 자재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37%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자재 조회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자재 상세, 필터 [중간검수]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50%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AI 매칭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매칭 엔진, 배치 작업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62%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AI 매칭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매칭 결과, 알림 [AI검수]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75%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7주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거래/대시보드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거래 관리, 마이페이지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87%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8주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테스트/배포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테스트, 배포 [최종검수]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40AF"/>
                </a:solidFill>
              </a:defRPr>
            </a:pPr>
            <a:r>
              <a:t>지급 조건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6096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시기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비율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금액 (부가세 별도)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계약금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계약 체결 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600만원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1차 중도금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4주차 (중간 검수)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600만원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2차 중도금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6주차 (AI 매칭 완료)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400만원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잔금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8주차 (최종 검수)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400만원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합계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2,000만원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40AF"/>
                </a:solidFill>
              </a:defRPr>
            </a:pPr>
            <a:r>
              <a:t>포함/제외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40AF"/>
                </a:solidFill>
              </a:defRPr>
            </a:pPr>
            <a:r>
              <a:t>✅ 포함 사항</a:t>
            </a:r>
          </a:p>
          <a:p>
            <a:pPr>
              <a:defRPr sz="1400"/>
            </a:pPr>
            <a:r>
              <a:t>• 회원가입/로그인 (OCR)</a:t>
            </a:r>
          </a:p>
          <a:p>
            <a:pPr>
              <a:defRPr sz="1400"/>
            </a:pPr>
            <a:r>
              <a:t>• 엑셀 일괄 업로드</a:t>
            </a:r>
          </a:p>
          <a:p>
            <a:pPr>
              <a:defRPr sz="1400"/>
            </a:pPr>
            <a:r>
              <a:t>• AI 자동 매칭</a:t>
            </a:r>
          </a:p>
          <a:p>
            <a:pPr>
              <a:defRPr sz="1400"/>
            </a:pPr>
            <a:r>
              <a:t>• 거래 관리</a:t>
            </a:r>
          </a:p>
          <a:p>
            <a:pPr>
              <a:defRPr sz="1400"/>
            </a:pPr>
            <a:r>
              <a:t>• 마이페이지</a:t>
            </a:r>
          </a:p>
          <a:p>
            <a:pPr>
              <a:defRPr sz="1400"/>
            </a:pPr>
            <a:r>
              <a:t>• 이메일 알림</a:t>
            </a:r>
          </a:p>
          <a:p>
            <a:pPr>
              <a:defRPr sz="1400"/>
            </a:pPr>
            <a:r>
              <a:t>• 7개 화면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83232"/>
                </a:solidFill>
              </a:defRPr>
            </a:pPr>
            <a:r>
              <a:t>❌ 제외 사항 (Phase 2)</a:t>
            </a:r>
          </a:p>
          <a:p>
            <a:pPr>
              <a:defRPr sz="1400"/>
            </a:pPr>
            <a:r>
              <a:t>• 소셜 로그인 (+150만원)</a:t>
            </a:r>
          </a:p>
          <a:p>
            <a:pPr>
              <a:defRPr sz="1400"/>
            </a:pPr>
            <a:r>
              <a:t>• 실시간 알림 (+200만원)</a:t>
            </a:r>
          </a:p>
          <a:p>
            <a:pPr>
              <a:defRPr sz="1400"/>
            </a:pPr>
            <a:r>
              <a:t>• 고급 검색 (+200만원)</a:t>
            </a:r>
          </a:p>
          <a:p>
            <a:pPr>
              <a:defRPr sz="1400"/>
            </a:pPr>
            <a:r>
              <a:t>• 실시간 채팅 (+400만원)</a:t>
            </a:r>
          </a:p>
          <a:p>
            <a:pPr>
              <a:defRPr sz="1400"/>
            </a:pPr>
            <a:r>
              <a:t>• 이미지 인식 (+500만원)</a:t>
            </a:r>
          </a:p>
          <a:p>
            <a:pPr>
              <a:defRPr sz="1400"/>
            </a:pPr>
            <a:r>
              <a:t>• 모바일 앱 (+1,500만원)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40AF"/>
                </a:solidFill>
              </a:defRPr>
            </a:pPr>
            <a:r>
              <a:t>유지보수 (선택 사항)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시간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비용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인프라 운영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5만원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기술 지원 (장애, 버그)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월 3.5시간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30만원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기능 개선 (소규모)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월 2시간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15만원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월간 합계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월 5.5시간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50만원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t>연간 유지보수: 800만원 (부가세 별도)</a:t>
            </a:r>
          </a:p>
          <a:p>
            <a:pPr algn="ctr">
              <a:defRPr sz="1400"/>
            </a:pPr>
            <a:r>
              <a:t>월간 50만원 × 12개월 + 분기 업데이트 200만원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E40AF"/>
                </a:solidFill>
              </a:defRPr>
            </a:pPr>
            <a:r>
              <a:t>기술 스택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8782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기술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선정 사유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프론트엔드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Next.js 14 + React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SSR/SSG, SEO 최적화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TailwindCSS + Shadcn/ui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빠른 개발, 기본 템플릿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백엔드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Next.js API + Supabase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서버리스, 통합 개발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AI/ML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OpenAI Embedding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텍스트 임베딩 (저비용)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Naver CLOVA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한국 사업자등록증 인식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인프라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Vercel + GitHub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자동 배포, CI/CD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572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제안사: [회사명]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담당자: [담당자명]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연락처: [전화번호]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이메일: [이메일]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